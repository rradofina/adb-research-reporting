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Public monitor routes are visible. Claim-ready QA evidence is not.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Air-monitoring public QA observability · AI-first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claim-permission chain stops before coverage</a:t>
            </a:r>
          </a:p>
        </p:txBody>
      </p:sp>
      <p:pic>
        <p:nvPicPr>
          <p:cNvPr descr="../../air-monitoring/generated/charts/air-monitoring-thumbnai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evidence lanes differ across 24 economies</a:t>
            </a:r>
          </a:p>
        </p:txBody>
      </p:sp>
      <p:pic>
        <p:nvPicPr>
          <p:cNvPr descr="../../air-monitoring/generated/charts/air-monitoring-economy-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191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Discovery is not a validated station crosswalk</a:t>
            </a:r>
          </a:p>
        </p:txBody>
      </p:sp>
      <p:pic>
        <p:nvPicPr>
          <p:cNvPr descr="../../air-monitoring/generated/charts/air-monitoring-evidence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claim-enabling public QA gate is closed</a:t>
            </a:r>
          </a:p>
        </p:txBody>
      </p:sp>
      <p:pic>
        <p:nvPicPr>
          <p:cNvPr descr="../../air-monitoring/generated/charts/air-monitoring-qa-g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BMKG visibility does not close station grade</a:t>
            </a:r>
          </a:p>
        </p:txBody>
      </p:sp>
      <p:pic>
        <p:nvPicPr>
          <p:cNvPr descr="../../air-monitoring/generated/charts/air-monitoring-bmkg-clos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ledger consolidates multiple evidence families</a:t>
            </a:r>
          </a:p>
        </p:txBody>
      </p:sp>
      <p:pic>
        <p:nvPicPr>
          <p:cNvPr descr="../../air-monitoring/generated/charts/air-monitoring-evidence-grou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Geometry sensitivity does not create QA evidence</a:t>
            </a:r>
          </a:p>
        </p:txBody>
      </p:sp>
      <p:pic>
        <p:nvPicPr>
          <p:cNvPr descr="../../air-monitoring/generated/charts/air-monitoring-sensitivity-bounda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public evidence objects would change the result</a:t>
            </a:r>
          </a:p>
        </p:txBody>
      </p:sp>
      <p:pic>
        <p:nvPicPr>
          <p:cNvPr descr="../../air-monitoring/generated/charts/air-monitoring-overturning-evid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Decision: publish the gap and withhold coverage</a:t>
            </a:r>
          </a:p>
        </p:txBody>
      </p:sp>
      <p:pic>
        <p:nvPicPr>
          <p:cNvPr descr="../../air-monitoring/generated/charts/air-monitoring-claim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monitor routes are visible. Claim-ready QA evidence is not.</dc:title>
  <dc:creator>Raymond Adofina · Asian Development Bank</dc:creator>
  <cp:keywords/>
  <dcterms:created xsi:type="dcterms:W3CDTF">2026-07-18T21:54:26Z</dcterms:created>
  <dcterms:modified xsi:type="dcterms:W3CDTF">2026-07-18T21:54:26Z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2026-07-19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Air-monitoring public QA observability · AI-first §18</vt:lpwstr>
  </property>
  <property fmtid="{D5CDD505-2E9C-101B-9397-08002B2CF9AE}" pid="12" name="toc-title">
    <vt:lpwstr>Table of contents</vt:lpwstr>
  </property>
</Properties>
</file>