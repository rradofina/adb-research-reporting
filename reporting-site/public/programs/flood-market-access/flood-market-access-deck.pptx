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Flood water cuts modeled market access for about 346,000 people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Sylhet observed-flood route pilot · AI-first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observed flood footprint cuts modeled routes</a:t>
            </a:r>
          </a:p>
        </p:txBody>
      </p:sp>
      <p:pic>
        <p:nvPicPr>
          <p:cNvPr descr="../../flood-market-access/generated/charts/flood-sylhet-route-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65300" y="1193800"/>
            <a:ext cx="5613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two in five baseline-accessible residents are disconnected</a:t>
            </a:r>
          </a:p>
        </p:txBody>
      </p:sp>
      <p:pic>
        <p:nvPicPr>
          <p:cNvPr descr="../../flood-market-access/generated/charts/flood-sylhet-access-spli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finding survives all 54 variants</a:t>
            </a:r>
          </a:p>
        </p:txBody>
      </p:sp>
      <p:pic>
        <p:nvPicPr>
          <p:cNvPr descr="../../flood-market-access/generated/charts/flood-sylhet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8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headline denominator passes three visible gates</a:t>
            </a:r>
          </a:p>
        </p:txBody>
      </p:sp>
      <p:pic>
        <p:nvPicPr>
          <p:cNvPr descr="../../flood-market-access/generated/charts/flood-sylhet-coverage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Seventeen queried market objects become eight destinations</a:t>
            </a:r>
          </a:p>
        </p:txBody>
      </p:sp>
      <p:pic>
        <p:nvPicPr>
          <p:cNvPr descr="../../flood-market-access/generated/charts/flood-sylhet-market-g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76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 objects disagree—and are not interchangeable</a:t>
            </a:r>
          </a:p>
        </p:txBody>
      </p:sp>
      <p:pic>
        <p:nvPicPr>
          <p:cNvPr descr="../../flood-market-access/generated/charts/flood-sylhet-source-disagree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06500" y="1193800"/>
            <a:ext cx="6731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 definition changes cut length more than access</a:t>
            </a:r>
          </a:p>
        </p:txBody>
      </p:sp>
      <p:pic>
        <p:nvPicPr>
          <p:cNvPr descr="../../flood-market-access/generated/charts/flood-sylhet-road-s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27200" y="1193800"/>
            <a:ext cx="5689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lower survivor median is not an improvement</a:t>
            </a:r>
          </a:p>
        </p:txBody>
      </p:sp>
      <p:pic>
        <p:nvPicPr>
          <p:cNvPr descr="../../flood-market-access/generated/charts/flood-sylhet-survivor-sele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Passability and destination validation remain open</a:t>
            </a:r>
          </a:p>
        </p:txBody>
      </p:sp>
      <p:pic>
        <p:nvPicPr>
          <p:cNvPr descr="../../flood-market-access/generated/charts/flood-sylhet-claim-gat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1193800"/>
            <a:ext cx="5549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 water cuts modeled market access for about 346,000 people</dc:title>
  <dc:creator>Raymond Adofina · Asian Development Bank</dc:creator>
  <cp:keywords/>
  <dcterms:created xsi:type="dcterms:W3CDTF">2026-07-18T22:49:37Z</dcterms:created>
  <dcterms:modified xsi:type="dcterms:W3CDTF">2026-07-18T22:49:37Z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 2026-04-25</vt:lpwstr>
  </property>
  <property fmtid="{D5CDD505-2E9C-101B-9397-08002B2CF9AE}" pid="8" name="date">
    <vt:lpwstr>2026-07-19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flood-market-access</vt:lpwstr>
  </property>
  <property fmtid="{D5CDD505-2E9C-101B-9397-08002B2CF9AE}" pid="20" name="slug">
    <vt:lpwstr>flood-market-access-cluster-deck</vt:lpwstr>
  </property>
  <property fmtid="{D5CDD505-2E9C-101B-9397-08002B2CF9AE}" pid="21" name="status">
    <vt:lpwstr>draft</vt:lpwstr>
  </property>
  <property fmtid="{D5CDD505-2E9C-101B-9397-08002B2CF9AE}" pid="22" name="subtitle">
    <vt:lpwstr>Sylhet observed-flood route pilot · AI-first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