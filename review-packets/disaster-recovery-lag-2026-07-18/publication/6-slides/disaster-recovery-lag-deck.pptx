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disaster-recovery ranking fails two validity gates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Metric falsification and a 108-orbit Typhoon Haiyan pilot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measurement chain fails twice</a:t>
            </a:r>
          </a:p>
        </p:txBody>
      </p:sp>
      <p:pic>
        <p:nvPicPr>
          <p:cNvPr descr="../../disaster-recovery-lag/generated/charts/disaster-two-stage-validity-g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193800"/>
            <a:ext cx="591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Burden changes when the outcome changes</a:t>
            </a:r>
          </a:p>
        </p:txBody>
      </p:sp>
      <p:pic>
        <p:nvPicPr>
          <p:cNvPr descr="../../disaster-recovery-lag/generated/charts/disaster-metric-rank-disagree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7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 reversal is part of the result</a:t>
            </a:r>
          </a:p>
        </p:txBody>
      </p:sp>
      <p:pic>
        <p:nvPicPr>
          <p:cNvPr descr="../../disaster-recovery-lag/generated/charts/disaster-per-capita-inver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09700" y="1193800"/>
            <a:ext cx="6311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access is only one gate</a:t>
            </a:r>
          </a:p>
        </p:txBody>
      </p:sp>
      <p:pic>
        <p:nvPicPr>
          <p:cNvPr descr="../../disaster-recovery-lag/generated/charts/disaster-source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90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frozen Haiyan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Seven GDIS administrative centroids; event date 8 November 2013.</a:t>
            </a:r>
          </a:p>
          <a:p>
            <a:pPr lvl="0"/>
            <a:r>
              <a:rPr/>
              <a:t>Six fixed dates per month, May 2013–October 2014: 108 scheduled orbits.</a:t>
            </a:r>
          </a:p>
          <a:p>
            <a:pPr lvl="0"/>
            <a:r>
              <a:rPr/>
              <a:t>Clear, nighttime, valid radiance paired to a same-orbit Manila reference.</a:t>
            </a:r>
          </a:p>
          <a:p>
            <a:pPr lvl="0"/>
            <a:r>
              <a:rPr/>
              <a:t>Main rule: 50 km, mean, 90% of baseline, two-month persistence.</a:t>
            </a:r>
          </a:p>
          <a:p>
            <a:pPr lvl="0"/>
            <a:r>
              <a:rPr/>
              <a:t>Full matrix: 25/50/75 km × mean/p75 × 80/90/100% × 1/2/3 months.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 coverage is thin</a:t>
            </a:r>
          </a:p>
        </p:txBody>
      </p:sp>
      <p:pic>
        <p:nvPicPr>
          <p:cNvPr descr="../../disaster-recovery-lag/generated/charts/disaster-haiyan-observation-cover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9400" y="1193800"/>
            <a:ext cx="604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dates are candidates, not the finding</a:t>
            </a:r>
          </a:p>
        </p:txBody>
      </p:sp>
      <p:pic>
        <p:nvPicPr>
          <p:cNvPr descr="../../disaster-recovery-lag/generated/charts/disaster-haiyan-main-ser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Zero of seven centroids retain one month</a:t>
            </a:r>
          </a:p>
        </p:txBody>
      </p:sp>
      <p:pic>
        <p:nvPicPr>
          <p:cNvPr descr="../../disaster-recovery-lag/generated/charts/disaster-haiyan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90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Geography also needs validation</a:t>
            </a:r>
          </a:p>
        </p:txBody>
      </p:sp>
      <p:pic>
        <p:nvPicPr>
          <p:cNvPr descr="../../disaster-recovery-lag/generated/charts/disaster-gdis-geometry-aud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6500" y="1193800"/>
            <a:ext cx="6718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pipeline; retire the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Decision:</a:t>
            </a:r>
            <a:r>
              <a:rPr/>
              <a:t> the public archive is scalable; the recovery construct is not yet validated.</a:t>
            </a:r>
          </a:p>
          <a:p>
            <a:pPr lvl="0" indent="0" marL="0">
              <a:buNone/>
            </a:pPr>
            <a:r>
              <a:rPr/>
              <a:t>Next design:</a:t>
            </a:r>
          </a:p>
          <a:p>
            <a:pPr lvl="0"/>
            <a:r>
              <a:rPr/>
              <a:t>verified event footprints;</a:t>
            </a:r>
          </a:p>
          <a:p>
            <a:pPr lvl="0"/>
            <a:r>
              <a:rPr/>
              <a:t>longer, settlement-aware baselines;</a:t>
            </a:r>
          </a:p>
          <a:p>
            <a:pPr lvl="0"/>
            <a:r>
              <a:rPr/>
              <a:t>credible comparison areas; and</a:t>
            </a:r>
          </a:p>
          <a:p>
            <a:pPr lvl="0"/>
            <a:r>
              <a:rPr/>
              <a:t>independent service or household outcomes.</a:t>
            </a:r>
          </a:p>
          <a:p>
            <a:pPr lvl="0" indent="0" marL="0">
              <a:buNone/>
            </a:pPr>
            <a:r>
              <a:rPr i="1"/>
              <a:t>Radiance is a proxy—not welfare or a causal recovery estimate.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disaster-recovery ranking fails two validity gates</dc:title>
  <dc:creator>Raymond Adofina · Asian Development Bank</dc:creator>
  <cp:keywords/>
  <dcterms:created xsi:type="dcterms:W3CDTF">2026-07-18T12:30:58Z</dcterms:created>
  <dcterms:modified xsi:type="dcterms:W3CDTF">2026-07-18T12:30:58Z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disaster-recovery-lag</vt:lpwstr>
  </property>
  <property fmtid="{D5CDD505-2E9C-101B-9397-08002B2CF9AE}" pid="20" name="slug">
    <vt:lpwstr>disaster-recovery-lag-deck</vt:lpwstr>
  </property>
  <property fmtid="{D5CDD505-2E9C-101B-9397-08002B2CF9AE}" pid="21" name="status">
    <vt:lpwstr>draft</vt:lpwstr>
  </property>
  <property fmtid="{D5CDD505-2E9C-101B-9397-08002B2CF9AE}" pid="22" name="subtitle">
    <vt:lpwstr>Metric falsification and a 108-orbit Typhoon Haiyan pilot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