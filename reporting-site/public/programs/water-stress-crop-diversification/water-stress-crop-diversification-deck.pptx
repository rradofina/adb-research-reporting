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stable top four does not survive its own constructs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Water × crop construct validation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claim fails three construct gates</a:t>
            </a:r>
          </a:p>
        </p:txBody>
      </p:sp>
      <p:pic>
        <p:nvPicPr>
          <p:cNvPr descr="../../water-stress-crop-diversification/generated/charts/water-three-gate-valid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39900" y="1193800"/>
            <a:ext cx="5664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Replacing proxies changes the countries</a:t>
            </a:r>
          </a:p>
        </p:txBody>
      </p:sp>
      <p:pic>
        <p:nvPicPr>
          <p:cNvPr descr="../../water-stress-crop-diversification/generated/charts/water-membership-chur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old denominator created extreme but flat water terms</a:t>
            </a:r>
          </a:p>
        </p:txBody>
      </p:sp>
      <p:pic>
        <p:nvPicPr>
          <p:cNvPr descr="../../water-stress-crop-diversification/generated/charts/water-denominator-reb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0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 crop concentration selects a different set</a:t>
            </a:r>
          </a:p>
        </p:txBody>
      </p:sp>
      <p:pic>
        <p:nvPicPr>
          <p:cNvPr descr="../../water-stress-crop-diversification/generated/charts/water-crop-concentration-profi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26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Coverage removes all five crop-HHI leaders</a:t>
            </a:r>
          </a:p>
        </p:txBody>
      </p:sp>
      <p:pic>
        <p:nvPicPr>
          <p:cNvPr descr="../../water-stress-crop-diversification/generated/charts/water-source-alignment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Water and crop concentration do not align nationally</a:t>
            </a:r>
          </a:p>
        </p:txBody>
      </p:sp>
      <p:pic>
        <p:nvPicPr>
          <p:cNvPr descr="../../water-stress-crop-diversification/generated/charts/water-crop-construct-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54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replacement diagnostic is still water-dominated</a:t>
            </a:r>
          </a:p>
        </p:txBody>
      </p:sp>
      <p:pic>
        <p:nvPicPr>
          <p:cNvPr descr="../../water-stress-crop-diversification/generated/charts/water-diagnostic-driver-domin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19300" y="11938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stability does not establish construct validity</a:t>
            </a:r>
          </a:p>
        </p:txBody>
      </p:sp>
      <p:pic>
        <p:nvPicPr>
          <p:cNvPr descr="../../water-stress-crop-diversification/generated/charts/water-diagnostic-sensitivity-membershi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81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Retire the ranking; build the shared unit</a:t>
            </a:r>
          </a:p>
        </p:txBody>
      </p:sp>
      <p:pic>
        <p:nvPicPr>
          <p:cNvPr descr="../../water-stress-crop-diversification/generated/charts/water-next-data-obj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14500" y="1193800"/>
            <a:ext cx="5702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Decision:</a:t>
            </a:r>
            <a:r>
              <a:rPr/>
              <a:t> no replacement country ranking from the current national source stack. The next qualified object is basin × crop × irrigation × year with an observed outcome.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stable top four does not survive its own constructs</dc:title>
  <dc:creator>Raymond Adofina · Asian Development Bank</dc:creator>
  <cp:keywords/>
  <dcterms:created xsi:type="dcterms:W3CDTF">2026-07-18T15:01:55Z</dcterms:created>
  <dcterms:modified xsi:type="dcterms:W3CDTF">2026-07-18T15:01:55Z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geographi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kind">
    <vt:lpwstr>deck</vt:lpwstr>
  </property>
  <property fmtid="{D5CDD505-2E9C-101B-9397-08002B2CF9AE}" pid="15" name="labels">
    <vt:lpwstr/>
  </property>
  <property fmtid="{D5CDD505-2E9C-101B-9397-08002B2CF9AE}" pid="16" name="license">
    <vt:lpwstr/>
  </property>
  <property fmtid="{D5CDD505-2E9C-101B-9397-08002B2CF9AE}" pid="17" name="maturity">
    <vt:lpwstr>PP</vt:lpwstr>
  </property>
  <property fmtid="{D5CDD505-2E9C-101B-9397-08002B2CF9AE}" pid="18" name="program">
    <vt:lpwstr>water-stress-crop-diversification</vt:lpwstr>
  </property>
  <property fmtid="{D5CDD505-2E9C-101B-9397-08002B2CF9AE}" pid="19" name="slug">
    <vt:lpwstr>water-crop-pressure-cluster-deck</vt:lpwstr>
  </property>
  <property fmtid="{D5CDD505-2E9C-101B-9397-08002B2CF9AE}" pid="20" name="status">
    <vt:lpwstr>draft</vt:lpwstr>
  </property>
  <property fmtid="{D5CDD505-2E9C-101B-9397-08002B2CF9AE}" pid="21" name="subtitle">
    <vt:lpwstr>Water × crop construct validation — AI-first under §18</vt:lpwstr>
  </property>
  <property fmtid="{D5CDD505-2E9C-101B-9397-08002B2CF9AE}" pid="22" name="tier">
    <vt:lpwstr>slides</vt:lpwstr>
  </property>
  <property fmtid="{D5CDD505-2E9C-101B-9397-08002B2CF9AE}" pid="23" name="toc-title">
    <vt:lpwstr>Table of contents</vt:lpwstr>
  </property>
  <property fmtid="{D5CDD505-2E9C-101B-9397-08002B2CF9AE}" pid="24" name="topics">
    <vt:lpwstr/>
  </property>
</Properties>
</file>