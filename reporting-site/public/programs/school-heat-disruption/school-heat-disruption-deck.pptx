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Cambodia led the proxy—but ranked last in the observed heatwave subset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AI-first construct validation ·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inherited claim fails three validity gates</a:t>
            </a:r>
          </a:p>
        </p:txBody>
      </p:sp>
      <p:pic>
        <p:nvPicPr>
          <p:cNvPr descr="../../school-heat-disruption/generated/charts/school-three-gate-valid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39900" y="1193800"/>
            <a:ext cx="5664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“First in every perturbation” is false</a:t>
            </a:r>
          </a:p>
        </p:txBody>
      </p:sp>
      <p:pic>
        <p:nvPicPr>
          <p:cNvPr descr="../../school-heat-disruption/generated/charts/school-sensitivity-run-verdic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1193800"/>
            <a:ext cx="474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observed outcome reverses the order</a:t>
            </a:r>
          </a:p>
        </p:txBody>
      </p:sp>
      <p:pic>
        <p:nvPicPr>
          <p:cNvPr descr="../../school-heat-disruption/generated/charts/school-heatwave-affected-ran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90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proxy does not order the counts</a:t>
            </a:r>
          </a:p>
        </p:txBody>
      </p:sp>
      <p:pic>
        <p:nvPicPr>
          <p:cNvPr descr="../../school-heat-disruption/generated/charts/school-proxy-outcome-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Child population carries the count order</a:t>
            </a:r>
          </a:p>
        </p:txBody>
      </p:sp>
      <p:pic>
        <p:nvPicPr>
          <p:cNvPr descr="../../school-heat-disruption/generated/charts/school-driver-domin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 source covers only part of the roster</a:t>
            </a:r>
          </a:p>
        </p:txBody>
      </p:sp>
      <p:pic>
        <p:nvPicPr>
          <p:cNvPr descr="../../school-heat-disruption/generated/charts/school-source-alignment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Heatwaves dominate the selected annex</a:t>
            </a:r>
          </a:p>
        </p:txBody>
      </p:sp>
      <p:pic>
        <p:nvPicPr>
          <p:cNvPr descr="../../school-heat-disruption/generated/charts/school-hazard-burden-com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7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Enrollment ratios expose vintage mismatch</a:t>
            </a:r>
          </a:p>
        </p:txBody>
      </p:sp>
      <p:pic>
        <p:nvPicPr>
          <p:cNvPr descr="../../school-heat-disruption/generated/charts/school-enrollment-share-prox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295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Retire the ranking; build the school-day object</a:t>
            </a:r>
          </a:p>
        </p:txBody>
      </p:sp>
      <p:pic>
        <p:nvPicPr>
          <p:cNvPr descr="../../school-heat-disruption/generated/charts/school-next-data-obj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3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Cambodia led the proxy—but ranked last in the observed heatwave subset</dc:title>
  <dc:creator>Raymond Adofina · Asian Development Bank</dc:creator>
  <cp:keywords/>
  <dcterms:created xsi:type="dcterms:W3CDTF">2026-07-18T15:56:13Z</dcterms:created>
  <dcterms:modified xsi:type="dcterms:W3CDTF">2026-07-18T15:56:13Z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school-heat-disruption</vt:lpwstr>
  </property>
  <property fmtid="{D5CDD505-2E9C-101B-9397-08002B2CF9AE}" pid="20" name="slug">
    <vt:lpwstr>school-heat-honest-narrowing-deck</vt:lpwstr>
  </property>
  <property fmtid="{D5CDD505-2E9C-101B-9397-08002B2CF9AE}" pid="21" name="status">
    <vt:lpwstr>draft</vt:lpwstr>
  </property>
  <property fmtid="{D5CDD505-2E9C-101B-9397-08002B2CF9AE}" pid="22" name="subtitle">
    <vt:lpwstr>AI-first construct validation ·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